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90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F864-A98F-A49F-AD28-43A58A266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609E2-9317-F52E-B3C9-63EA51F66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99FB-92E0-54A5-5194-56378131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205E-2E92-F790-A7D4-62B5143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08E2-67F2-2B36-D2CD-29F75743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5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25A0-FB36-FB3A-AA6E-C1830034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7D27-1C74-8A69-5442-FE085149F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2AA11-34A5-E302-26F0-F2AB74AC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3E35-4F4D-A171-D8CA-0AD60CBB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68EEC-C04B-718B-E88B-9999007D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0EAF-2F06-0CC5-CA32-4EB8AF64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39B34-9361-1BCC-AD70-FEB00F9D6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5D5F6-DA1E-D0AE-979E-21B66238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935A-FC4B-0A23-1055-B7197775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7C5C-E4F3-B9D6-AD5B-6CDA7D5E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4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DB7C-300B-9992-53BD-7253F303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8811B-F97D-6F93-9433-0C712618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187DB-1C7B-F56F-5729-ADDA9B3F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0C854-AC8F-1057-E237-611EF0D2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A3AB3-1DEC-5D58-9C99-7257C824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723B0-8582-EAB2-D6D2-5E8F9D2B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3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301D-987F-727A-6D06-AB437585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B30F8-23E8-8E66-9B0D-874E692C4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4A1A-2C0B-1646-1053-3D35D9ACD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F0668-FA4E-D835-BDBF-DC406CE4B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9F953-E708-5B8D-09A9-8A1C6DC8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885A9B-3C6C-6F7B-6BE0-7F82FB86C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76214-C54D-BD61-AB41-F447AAF3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41917-59BC-51F5-E193-22F21D54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1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5B4D-9004-D910-AF48-A81D50F2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88A3E-4918-3A1A-159B-9BABDAB7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22565-790E-01B2-4485-4BD0F65F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FB5C-5BDB-5613-F8CB-48A39906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7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8E407-908D-3577-7A29-D2A1DCE1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DACEB-3C17-B01F-8818-20C3ADB0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810F4-3CBB-84A6-E285-372B85B0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6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763C-24A7-317D-8B9E-F58E33AE0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D5918-2633-65CE-F20A-D0C4CFCA2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3A914-70E2-7BA3-F2B2-FCF271262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19797-2C9F-C99D-ED92-5706A0CE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01D86-8AFC-99E3-F034-7994B690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C6565-8E51-F219-A2C1-4263317D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8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6DF3-59F6-52F6-45C2-F1280B9E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AF36E-BBB8-66F2-7506-63FDF59A0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85007-E293-7AEE-DC88-8EE47C064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C8864-A80C-90E7-CC94-207DF397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28EA7-079D-73DB-A76F-28B910C6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ED1A4-01A3-E36A-620E-B79C2DD3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2C84-11A7-6191-ECFC-FAF7BB83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1D09A-038C-CB3D-70A9-F0FEFDA92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F278-CC3A-0374-1356-875E3C56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B3AD3-0B05-9E7C-5B0B-E6E7171F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00895-B195-1F40-185B-C508094E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17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06B4B8-08AB-7B01-5F94-DD41EC9F8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873CB-7BBA-7F79-2CBC-B8C7B513F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B656-53BE-A624-ED8E-0629BD3D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A6570-841E-3BBC-A556-758A3786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4DB8-75C4-1EA3-03DF-0245B55E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1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C6901-3EDD-018E-25DB-9725EAD5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05A9C-BEAE-7ACA-0E39-3ABDE61E0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EB47-1592-21D6-19E2-E36CD9FA9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B66A6-0ED0-407B-AFB1-CEC9C2A9DAD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617BD-6AF8-72F0-A56E-D46EF85A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41846-7690-2496-BAFC-8B4712D0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0609B-6657-439D-A3DA-F3E0E13F4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3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5CC86-1BF2-4A23-8510-6E26095B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199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Removes excess telencephalon while preserving anterior POA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A171D8-C650-43A6-86E9-C1A528531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4" y="2865945"/>
            <a:ext cx="4839941" cy="314778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0DCD44-0FD9-411F-B620-53D56C690A99}"/>
              </a:ext>
            </a:extLst>
          </p:cNvPr>
          <p:cNvCxnSpPr>
            <a:cxnSpLocks/>
          </p:cNvCxnSpPr>
          <p:nvPr/>
        </p:nvCxnSpPr>
        <p:spPr>
          <a:xfrm>
            <a:off x="3438937" y="3319669"/>
            <a:ext cx="2226365" cy="58640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070DFC-7470-4E53-8523-DB88B9084557}"/>
              </a:ext>
            </a:extLst>
          </p:cNvPr>
          <p:cNvCxnSpPr>
            <a:cxnSpLocks/>
          </p:cNvCxnSpPr>
          <p:nvPr/>
        </p:nvCxnSpPr>
        <p:spPr>
          <a:xfrm flipV="1">
            <a:off x="2544415" y="5039140"/>
            <a:ext cx="2166730" cy="205432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8AA7D8-CD39-4A32-BA29-EF7437416A66}"/>
              </a:ext>
            </a:extLst>
          </p:cNvPr>
          <p:cNvCxnSpPr>
            <a:cxnSpLocks/>
          </p:cNvCxnSpPr>
          <p:nvPr/>
        </p:nvCxnSpPr>
        <p:spPr>
          <a:xfrm>
            <a:off x="2613989" y="3277531"/>
            <a:ext cx="1679713" cy="2567232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72AD5A2-C6BE-417C-84FA-58722EB2CF43}"/>
              </a:ext>
            </a:extLst>
          </p:cNvPr>
          <p:cNvSpPr/>
          <p:nvPr/>
        </p:nvSpPr>
        <p:spPr>
          <a:xfrm>
            <a:off x="3257167" y="2985160"/>
            <a:ext cx="393355" cy="39335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A09954-8057-40C5-90B2-D44B45790896}"/>
              </a:ext>
            </a:extLst>
          </p:cNvPr>
          <p:cNvSpPr/>
          <p:nvPr/>
        </p:nvSpPr>
        <p:spPr>
          <a:xfrm>
            <a:off x="2382525" y="5143588"/>
            <a:ext cx="393355" cy="39335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F1445C8-10AA-48DB-8216-D98B548AECDB}"/>
              </a:ext>
            </a:extLst>
          </p:cNvPr>
          <p:cNvSpPr/>
          <p:nvPr/>
        </p:nvSpPr>
        <p:spPr>
          <a:xfrm>
            <a:off x="2382525" y="3003391"/>
            <a:ext cx="393355" cy="39335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9" name="Picture 28" descr="Fish in a bowl&#10;&#10;Description automatically generated with medium confidence">
            <a:extLst>
              <a:ext uri="{FF2B5EF4-FFF2-40B4-BE49-F238E27FC236}">
                <a16:creationId xmlns:a16="http://schemas.microsoft.com/office/drawing/2014/main" id="{8C5F2807-29C9-435B-8AF7-D4D6B79885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26621" r="31865" b="38551"/>
          <a:stretch/>
        </p:blipFill>
        <p:spPr>
          <a:xfrm>
            <a:off x="7836522" y="2141970"/>
            <a:ext cx="3517278" cy="3364307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4C70917-ADA6-4909-BD4B-9313C8F3A5D1}"/>
              </a:ext>
            </a:extLst>
          </p:cNvPr>
          <p:cNvSpPr/>
          <p:nvPr/>
        </p:nvSpPr>
        <p:spPr>
          <a:xfrm>
            <a:off x="1435833" y="5406314"/>
            <a:ext cx="677033" cy="33793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7C65916-DB77-4D08-9C75-407C6865FEC1}"/>
              </a:ext>
            </a:extLst>
          </p:cNvPr>
          <p:cNvSpPr/>
          <p:nvPr/>
        </p:nvSpPr>
        <p:spPr>
          <a:xfrm>
            <a:off x="2452097" y="4413267"/>
            <a:ext cx="805070" cy="3933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BE7AE1-423E-4C80-9AC1-DDBC0599B65A}"/>
              </a:ext>
            </a:extLst>
          </p:cNvPr>
          <p:cNvSpPr/>
          <p:nvPr/>
        </p:nvSpPr>
        <p:spPr>
          <a:xfrm rot="1105816">
            <a:off x="9106073" y="3538814"/>
            <a:ext cx="805070" cy="3933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B304336-6E1C-4493-8D4B-CEE3C72C1EBC}"/>
              </a:ext>
            </a:extLst>
          </p:cNvPr>
          <p:cNvSpPr/>
          <p:nvPr/>
        </p:nvSpPr>
        <p:spPr>
          <a:xfrm>
            <a:off x="8011213" y="4739969"/>
            <a:ext cx="677033" cy="33793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POA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B8FE2E-DDF5-4CAA-9F6C-3018656C90AA}"/>
              </a:ext>
            </a:extLst>
          </p:cNvPr>
          <p:cNvCxnSpPr>
            <a:cxnSpLocks/>
          </p:cNvCxnSpPr>
          <p:nvPr/>
        </p:nvCxnSpPr>
        <p:spPr>
          <a:xfrm flipV="1">
            <a:off x="2074671" y="4788719"/>
            <a:ext cx="596086" cy="8205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C0292B-0697-4AE6-8143-4738C6BFA215}"/>
              </a:ext>
            </a:extLst>
          </p:cNvPr>
          <p:cNvCxnSpPr>
            <a:cxnSpLocks/>
            <a:stCxn id="34" idx="0"/>
            <a:endCxn id="33" idx="4"/>
          </p:cNvCxnSpPr>
          <p:nvPr/>
        </p:nvCxnSpPr>
        <p:spPr>
          <a:xfrm flipV="1">
            <a:off x="8349730" y="3922081"/>
            <a:ext cx="1096698" cy="8178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9390F0-138A-4B7D-A8D0-BAFCC24D2283}"/>
              </a:ext>
            </a:extLst>
          </p:cNvPr>
          <p:cNvSpPr txBox="1"/>
          <p:nvPr/>
        </p:nvSpPr>
        <p:spPr>
          <a:xfrm>
            <a:off x="835616" y="5999983"/>
            <a:ext cx="430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Blue dotted lines represent cuts made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7F8735-A97A-4D9D-820B-7251629A4D77}"/>
              </a:ext>
            </a:extLst>
          </p:cNvPr>
          <p:cNvCxnSpPr>
            <a:cxnSpLocks/>
          </p:cNvCxnSpPr>
          <p:nvPr/>
        </p:nvCxnSpPr>
        <p:spPr>
          <a:xfrm flipV="1">
            <a:off x="1897660" y="3667540"/>
            <a:ext cx="1182756" cy="141035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B8522AD-8DE3-4B8F-A2B2-C109F8FFD0A0}"/>
              </a:ext>
            </a:extLst>
          </p:cNvPr>
          <p:cNvSpPr/>
          <p:nvPr/>
        </p:nvSpPr>
        <p:spPr>
          <a:xfrm>
            <a:off x="1738608" y="4849722"/>
            <a:ext cx="393355" cy="39335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E2582CE-A701-495E-B2BD-ACB47F952156}"/>
              </a:ext>
            </a:extLst>
          </p:cNvPr>
          <p:cNvCxnSpPr>
            <a:cxnSpLocks/>
          </p:cNvCxnSpPr>
          <p:nvPr/>
        </p:nvCxnSpPr>
        <p:spPr>
          <a:xfrm flipH="1" flipV="1">
            <a:off x="9322904" y="2985160"/>
            <a:ext cx="1344583" cy="1505148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2EFBFB-F187-4851-BDDA-9BEDD5094E6F}"/>
              </a:ext>
            </a:extLst>
          </p:cNvPr>
          <p:cNvCxnSpPr>
            <a:cxnSpLocks/>
          </p:cNvCxnSpPr>
          <p:nvPr/>
        </p:nvCxnSpPr>
        <p:spPr>
          <a:xfrm flipH="1">
            <a:off x="9117294" y="3396746"/>
            <a:ext cx="1730257" cy="1164402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4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E3C928-98A9-782D-F4C2-5B5BD50FD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5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4FFEB-EF31-88F1-08AA-8DFC477EC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4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12464</TotalTime>
  <Words>19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Rhodes, Justin S</dc:creator>
  <cp:lastModifiedBy>Rhodes, Justin S</cp:lastModifiedBy>
  <cp:revision>24</cp:revision>
  <dcterms:created xsi:type="dcterms:W3CDTF">2026-03-27T17:26:04Z</dcterms:created>
  <dcterms:modified xsi:type="dcterms:W3CDTF">2026-08-15T14:39:47Z</dcterms:modified>
</cp:coreProperties>
</file>